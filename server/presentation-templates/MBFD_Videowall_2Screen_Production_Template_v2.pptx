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32512000" cy="9144000"/>
  <p:notesSz cx="9144000" cy="3251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MBFD_AI_LAYOUT_ID=STANDARD_BULLETS
VIDEOWALL=2-DISPLAY
CANVAS_PX=7680x2160
CONTENT_POLICY=For slides with a title, subtitle, 1–3 concise bullets, primary media, and 1–4 reinforcing points. Preserve bullets when source uses bullets. In faithful mode do not rewrite paragraphs into bullets.
REGIONS=TV1_TITLE,TV1_SUBTITLE,TV1_BULLET_1..4,TV2_MEDIA,TV2_TAKEAWAY_TEXT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MBFD_AI_LAYOUT_ID=STANDARD_PARAGRAPH
VIDEOWALL=2-DISPLAY
CANVAS_PX=7680x2160
CONTENT_POLICY=For paragraph-led source slides. Preserve paragraph structure. Split to continuation if text exceeds region capacity; do not force bullets.
REGIONS=TV1_TITLE,TV1_SUBTITLE,TV1_PARAGRAPH,TV2_TITLE,TV2_PARAGRAPH,TV2_TAKEAWAY_TEXT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MBFD_AI_LAYOUT_ID=DUAL_MEDIA
VIDEOWALL=2-DISPLAY
CANVAS_PX=7680x2160
CONTENT_POLICY=For one explanatory text block plus two distinct source visuals. Copy original media binaries when possible; do not AI-regenerate source media.
REGIONS=TV1_TITLE,TV1_SUBTITLE,TV1_BODY,TV1_TAKEAWAY_TEXT,TV2_MEDIA_A,TV2_MEDIA_B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MBFD_AI_LAYOUT_ID=FULL_IMAGE
VIDEOWALL=2-DISPLAY
CANVAS_PX=7680x2160
CONTENT_POLICY=For a dominant photograph/graphic. Background media may cross seams, but faces, labels, unit numbers and critical details must be repositioned/cropped outside seam-safe gutters.
REGIONS=FULL_BLEED_MEDIA,TV1_TITLE,TV1_SUBTITLE,TV1_CAPTION
FULL_BLEED_MEDIA may cross seams; critical subjects may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MBFD_AI_LAYOUT_ID=VIDEO_FOCUS
VIDEOWALL=2-DISPLAY
CANVAS_PX=7680x2160
CONTENT_POLICY=For embedded/local video or YouTube/external video links. Preserve/copy the video binary when possible and preserve external URL. Use poster/thumbnail in the media frame.
REGIONS=TV1_TITLE,TV1_SUBTITLE,TV1_BODY,TV1_TAKEAWAY_TEXT,TV2_VIDEO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MBFD_AI_LAYOUT_ID=COMPARISON
VIDEOWALL=2-DISPLAY
CANVAS_PX=7680x2160
CONTENT_POLICY=For A/B comparisons. Keep each compared item entirely within a single physical display. Do not put key text or faces in seam gutters.
REGIONS=TV1_A_TITLE,TV1_A_BODY,TV1_A_MEDIA,TV2_B_TITLE,TV2_B_BODY,TV2_B_MEDIA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MBFD_AI_LAYOUT_ID=DIAGRAM_PROCESS
VIDEOWALL=2-DISPLAY
CANVAS_PX=7680x2160
CONTENT_POLICY=For diagrams, flows, maps, process graphics and annotated technical visuals. Keep main diagram in a seam-safe display region; use side regions for legend/steps.
REGIONS=TV1_DIAGRAM,TV2_TITLE,TV2_BULLET_1..4,TV2_TAKEAWAY_TEXT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MBFD_AI_LAYOUT_ID=SECTION_DIVIDER
VIDEOWALL=2-DISPLAY
CANVAS_PX=7680x2160
CONTENT_POLICY=For section breaks, agenda milestones, or major topic transitions. Minimal text; no unnecessary bullets.
REGIONS=SECTION_KICKER,SECTION_TITLE,SECTION_SUBTITLE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MBFD_AI_LAYOUT_ID=TABLE_DATA
VIDEOWALL=2-DISPLAY
CANVAS_PX=7680x2160
CONTENT_POLICY=For tables, metrics, charts and structured data. Split wide tables at logical column boundaries rather than placing text across a seam.
REGIONS=TV1_TABLE_PANEL,TV2_TABLE_PANEL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MBFD_AI_LAYOUT_ID=QUOTE_TAKEAWAY
VIDEOWALL=2-DISPLAY
CANVAS_PX=7680x2160
CONTENT_POLICY=For a quotation, policy statement, definition, or single high-value concept. Keep primary statement large and sparse.
REGIONS=QUOTE_TEXT,QUOTE_SOURCE,QUOTE_TAKEAWAY_TEXT,TV2_BULLET_1..3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MBFD_AI_LAYOUT_ID=GALLERY
VIDEOWALL=2-DISPLAY
CANVAS_PX=7680x2160
CONTENT_POLICY=For multiple photos/screenshots. One critical image per display when possible. Preserve source aspect ratio; captions stay with their image.
REGIONS=TV1_TITLE,TV1_MEDIA,TV1_CAPTION,TV2_MEDIA,TV2_CAPTION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MBFD_AI_LAYOUT_ID=THREE_COLUMN_TEXT
VIDEOWALL=2-DISPLAY
CANVAS_PX=7680x2160
CONTENT_POLICY=For text-heavy content already organized into three concepts/sections. Paragraphs may remain paragraphs. Each column/display is independent.
REGIONS=TV1_TITLE,TV1_BODY,TV2_TITLE,TV2_BODY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MBFD_AI_LAYOUT_ID=CONTINUATION
VIDEOWALL=2-DISPLAY
CANVAS_PX=7680x2160
CONTENT_POLICY=Overflow layout. Used when faithful transfer cannot fit source content at minimum readable type size. Continue content; never silently omit.
REGIONS=TV1_TITLE,TV1_BODY,TV2_BODY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BFD_COMMON">
    <p:bg>
      <p:bgPr>
        <a:solidFill>
          <a:srgbClr val="03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5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24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52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81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10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GLOBAL_SLIDE_NUMBER_BLOCK"/>
          <p:cNvSpPr/>
          <p:nvPr/>
        </p:nvSpPr>
        <p:spPr>
          <a:xfrm>
            <a:off x="28735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1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2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3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5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26961592" y="109728"/>
            <a:ext cx="5550408" cy="55504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0" y="8247888"/>
            <a:ext cx="32512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7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8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0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1" name="GLOBAL_SLIDE_LABEL"/>
          <p:cNvSpPr txBox="1"/>
          <p:nvPr/>
        </p:nvSpPr>
        <p:spPr>
          <a:xfrm>
            <a:off x="27729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29878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3" name="GLOBAL_SLIDE_NUMBER"/>
          <p:cNvSpPr txBox="1"/>
          <p:nvPr/>
        </p:nvSpPr>
        <p:spPr>
          <a:xfrm>
            <a:off x="30152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4" name="TV1_TITLE"/>
          <p:cNvSpPr txBox="1"/>
          <p:nvPr/>
        </p:nvSpPr>
        <p:spPr>
          <a:xfrm>
            <a:off x="914400" y="1929384"/>
            <a:ext cx="1412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</a:t>
            </a:r>
            <a:endParaRPr lang="en-US" sz="3900" dirty="0"/>
          </a:p>
        </p:txBody>
      </p:sp>
      <p:sp>
        <p:nvSpPr>
          <p:cNvPr id="25" name="Shape 21"/>
          <p:cNvSpPr/>
          <p:nvPr/>
        </p:nvSpPr>
        <p:spPr>
          <a:xfrm>
            <a:off x="960120" y="2953512"/>
            <a:ext cx="10881360" cy="0"/>
          </a:xfrm>
          <a:prstGeom prst="line">
            <a:avLst/>
          </a:prstGeom>
          <a:noFill/>
          <a:ln w="12700">
            <a:solidFill>
              <a:srgbClr val="0B385E"/>
            </a:solidFill>
            <a:prstDash val="solid"/>
          </a:ln>
        </p:spPr>
      </p:sp>
      <p:sp>
        <p:nvSpPr>
          <p:cNvPr id="26" name="TV1_SUBTITLE"/>
          <p:cNvSpPr txBox="1"/>
          <p:nvPr/>
        </p:nvSpPr>
        <p:spPr>
          <a:xfrm>
            <a:off x="960120" y="3236976"/>
            <a:ext cx="1394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SUB-TITLE</a:t>
            </a:r>
            <a:endParaRPr lang="en-US" sz="1800" dirty="0"/>
          </a:p>
        </p:txBody>
      </p:sp>
      <p:sp>
        <p:nvSpPr>
          <p:cNvPr id="27" name="TV1_BULLET_MARK_1"/>
          <p:cNvSpPr txBox="1"/>
          <p:nvPr/>
        </p:nvSpPr>
        <p:spPr>
          <a:xfrm>
            <a:off x="1024128" y="384048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›</a:t>
            </a:r>
            <a:endParaRPr lang="en-US" sz="2100" dirty="0"/>
          </a:p>
        </p:txBody>
      </p:sp>
      <p:sp>
        <p:nvSpPr>
          <p:cNvPr id="28" name="TV1_BULLET_1"/>
          <p:cNvSpPr txBox="1"/>
          <p:nvPr/>
        </p:nvSpPr>
        <p:spPr>
          <a:xfrm>
            <a:off x="1463040" y="3931920"/>
            <a:ext cx="1300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Bullet point</a:t>
            </a:r>
            <a:endParaRPr lang="en-US" sz="1800" dirty="0"/>
          </a:p>
        </p:txBody>
      </p:sp>
      <p:sp>
        <p:nvSpPr>
          <p:cNvPr id="29" name="TV1_BULLET_MARK_2"/>
          <p:cNvSpPr txBox="1"/>
          <p:nvPr/>
        </p:nvSpPr>
        <p:spPr>
          <a:xfrm>
            <a:off x="1024128" y="4498848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›</a:t>
            </a:r>
            <a:endParaRPr lang="en-US" sz="2100" dirty="0"/>
          </a:p>
        </p:txBody>
      </p:sp>
      <p:sp>
        <p:nvSpPr>
          <p:cNvPr id="30" name="TV1_BULLET_2"/>
          <p:cNvSpPr txBox="1"/>
          <p:nvPr/>
        </p:nvSpPr>
        <p:spPr>
          <a:xfrm>
            <a:off x="1463040" y="4590288"/>
            <a:ext cx="1300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Bullet point</a:t>
            </a:r>
            <a:endParaRPr lang="en-US" sz="1800" dirty="0"/>
          </a:p>
        </p:txBody>
      </p:sp>
      <p:sp>
        <p:nvSpPr>
          <p:cNvPr id="31" name="TV1_BULLET_MARK_3"/>
          <p:cNvSpPr txBox="1"/>
          <p:nvPr/>
        </p:nvSpPr>
        <p:spPr>
          <a:xfrm>
            <a:off x="1024128" y="5157216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›</a:t>
            </a:r>
            <a:endParaRPr lang="en-US" sz="2100" dirty="0"/>
          </a:p>
        </p:txBody>
      </p:sp>
      <p:sp>
        <p:nvSpPr>
          <p:cNvPr id="32" name="TV1_BULLET_3"/>
          <p:cNvSpPr txBox="1"/>
          <p:nvPr/>
        </p:nvSpPr>
        <p:spPr>
          <a:xfrm>
            <a:off x="1463040" y="5248656"/>
            <a:ext cx="1300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Bullet point</a:t>
            </a:r>
            <a:endParaRPr lang="en-US" sz="1800" dirty="0"/>
          </a:p>
        </p:txBody>
      </p:sp>
      <p:sp>
        <p:nvSpPr>
          <p:cNvPr id="33" name="TV1_BULLET_MARK_4"/>
          <p:cNvSpPr txBox="1"/>
          <p:nvPr/>
        </p:nvSpPr>
        <p:spPr>
          <a:xfrm>
            <a:off x="1024128" y="5815584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›</a:t>
            </a:r>
            <a:endParaRPr lang="en-US" sz="2100" dirty="0"/>
          </a:p>
        </p:txBody>
      </p:sp>
      <p:sp>
        <p:nvSpPr>
          <p:cNvPr id="34" name="TV1_BULLET_4"/>
          <p:cNvSpPr txBox="1"/>
          <p:nvPr/>
        </p:nvSpPr>
        <p:spPr>
          <a:xfrm>
            <a:off x="1463040" y="5907024"/>
            <a:ext cx="1300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Bullet point</a:t>
            </a:r>
            <a:endParaRPr lang="en-US" sz="1800" dirty="0"/>
          </a:p>
        </p:txBody>
      </p:sp>
      <p:sp>
        <p:nvSpPr>
          <p:cNvPr id="35" name="TV2_MEDIA"/>
          <p:cNvSpPr/>
          <p:nvPr/>
        </p:nvSpPr>
        <p:spPr>
          <a:xfrm>
            <a:off x="17602200" y="1234440"/>
            <a:ext cx="13441680" cy="5349240"/>
          </a:xfrm>
          <a:prstGeom prst="roundRect">
            <a:avLst>
              <a:gd name="adj" fmla="val 1368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6" name="TV2_MEDIA_PLACEHOLDER_ICON"/>
          <p:cNvSpPr/>
          <p:nvPr/>
        </p:nvSpPr>
        <p:spPr>
          <a:xfrm>
            <a:off x="22306788" y="2411273"/>
            <a:ext cx="4032504" cy="2139696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7" name="TV2_MEDIA_PLACEHOLDER_LABEL"/>
          <p:cNvSpPr txBox="1"/>
          <p:nvPr/>
        </p:nvSpPr>
        <p:spPr>
          <a:xfrm>
            <a:off x="22172371" y="3320644"/>
            <a:ext cx="430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PRIMARY MEDIA</a:t>
            </a:r>
            <a:endParaRPr lang="en-US" sz="2300" dirty="0"/>
          </a:p>
        </p:txBody>
      </p:sp>
      <p:sp>
        <p:nvSpPr>
          <p:cNvPr id="38" name="TV2_MEDIA_CAPTION"/>
          <p:cNvSpPr txBox="1"/>
          <p:nvPr/>
        </p:nvSpPr>
        <p:spPr>
          <a:xfrm>
            <a:off x="17922240" y="6016752"/>
            <a:ext cx="1280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Image • Diagram • Chart • Video frame</a:t>
            </a:r>
            <a:endParaRPr lang="en-US" sz="1150" dirty="0"/>
          </a:p>
        </p:txBody>
      </p:sp>
      <p:sp>
        <p:nvSpPr>
          <p:cNvPr id="39" name="TV2_TAKEAWAY_BOX"/>
          <p:cNvSpPr/>
          <p:nvPr/>
        </p:nvSpPr>
        <p:spPr>
          <a:xfrm>
            <a:off x="17602200" y="6830568"/>
            <a:ext cx="13441680" cy="932688"/>
          </a:xfrm>
          <a:prstGeom prst="roundRect">
            <a:avLst>
              <a:gd name="adj" fmla="val 7843"/>
            </a:avLst>
          </a:prstGeom>
          <a:solidFill>
            <a:srgbClr val="06213C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40" name="TV2_TAKEAWAY_LABEL"/>
          <p:cNvSpPr txBox="1"/>
          <p:nvPr/>
        </p:nvSpPr>
        <p:spPr>
          <a:xfrm>
            <a:off x="17967960" y="69860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41" name="TV2_TAKEAWAY_TEXT"/>
          <p:cNvSpPr txBox="1"/>
          <p:nvPr/>
        </p:nvSpPr>
        <p:spPr>
          <a:xfrm>
            <a:off x="20574000" y="699516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5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24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52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81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10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GLOBAL_SLIDE_NUMBER_BLOCK"/>
          <p:cNvSpPr/>
          <p:nvPr/>
        </p:nvSpPr>
        <p:spPr>
          <a:xfrm>
            <a:off x="28735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1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2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3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5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26961592" y="109728"/>
            <a:ext cx="5550408" cy="55504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0" y="8247888"/>
            <a:ext cx="32512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7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8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0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1" name="GLOBAL_SLIDE_LABEL"/>
          <p:cNvSpPr txBox="1"/>
          <p:nvPr/>
        </p:nvSpPr>
        <p:spPr>
          <a:xfrm>
            <a:off x="27729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29878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3" name="GLOBAL_SLIDE_NUMBER"/>
          <p:cNvSpPr txBox="1"/>
          <p:nvPr/>
        </p:nvSpPr>
        <p:spPr>
          <a:xfrm>
            <a:off x="30152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4" name="TV1_TITLE"/>
          <p:cNvSpPr txBox="1"/>
          <p:nvPr/>
        </p:nvSpPr>
        <p:spPr>
          <a:xfrm>
            <a:off x="914400" y="1874520"/>
            <a:ext cx="1412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</a:t>
            </a:r>
            <a:endParaRPr lang="en-US" sz="3900" dirty="0"/>
          </a:p>
        </p:txBody>
      </p:sp>
      <p:sp>
        <p:nvSpPr>
          <p:cNvPr id="25" name="Shape 21"/>
          <p:cNvSpPr/>
          <p:nvPr/>
        </p:nvSpPr>
        <p:spPr>
          <a:xfrm>
            <a:off x="960120" y="2898648"/>
            <a:ext cx="10881360" cy="0"/>
          </a:xfrm>
          <a:prstGeom prst="line">
            <a:avLst/>
          </a:prstGeom>
          <a:noFill/>
          <a:ln w="12700">
            <a:solidFill>
              <a:srgbClr val="0B385E"/>
            </a:solidFill>
            <a:prstDash val="solid"/>
          </a:ln>
        </p:spPr>
      </p:sp>
      <p:sp>
        <p:nvSpPr>
          <p:cNvPr id="26" name="TV1_SUBTITLE"/>
          <p:cNvSpPr txBox="1"/>
          <p:nvPr/>
        </p:nvSpPr>
        <p:spPr>
          <a:xfrm>
            <a:off x="960120" y="3182112"/>
            <a:ext cx="1394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SUB-TITLE</a:t>
            </a:r>
            <a:endParaRPr lang="en-US" sz="1800" dirty="0"/>
          </a:p>
        </p:txBody>
      </p:sp>
      <p:sp>
        <p:nvSpPr>
          <p:cNvPr id="27" name="TV1_PARAGRAPH_PANEL"/>
          <p:cNvSpPr/>
          <p:nvPr/>
        </p:nvSpPr>
        <p:spPr>
          <a:xfrm>
            <a:off x="960120" y="3767328"/>
            <a:ext cx="13670280" cy="3456432"/>
          </a:xfrm>
          <a:prstGeom prst="roundRect">
            <a:avLst>
              <a:gd name="adj" fmla="val 2116"/>
            </a:avLst>
          </a:prstGeom>
          <a:solidFill>
            <a:srgbClr val="041F39"/>
          </a:solidFill>
          <a:ln w="12700">
            <a:solidFill>
              <a:srgbClr val="0B385E"/>
            </a:solidFill>
            <a:prstDash val="solid"/>
          </a:ln>
        </p:spPr>
      </p:sp>
      <p:sp>
        <p:nvSpPr>
          <p:cNvPr id="28" name="TV1_PARAGRAPH"/>
          <p:cNvSpPr txBox="1"/>
          <p:nvPr/>
        </p:nvSpPr>
        <p:spPr>
          <a:xfrm>
            <a:off x="1417320" y="4133088"/>
            <a:ext cx="12755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Paragraph text remains paragraph text. Preserve wording and paragraph breaks unless the instructor explicitly chooses an optimization mode.</a:t>
            </a:r>
            <a:endParaRPr lang="en-US" sz="1800" dirty="0"/>
          </a:p>
        </p:txBody>
      </p:sp>
      <p:sp>
        <p:nvSpPr>
          <p:cNvPr id="29" name="TV2_PARAGRAPH_PANEL"/>
          <p:cNvSpPr/>
          <p:nvPr/>
        </p:nvSpPr>
        <p:spPr>
          <a:xfrm>
            <a:off x="17510760" y="1234440"/>
            <a:ext cx="13716000" cy="5989320"/>
          </a:xfrm>
          <a:prstGeom prst="roundRect">
            <a:avLst>
              <a:gd name="adj" fmla="val 1221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0" name="TV2_TITLE"/>
          <p:cNvSpPr txBox="1"/>
          <p:nvPr/>
        </p:nvSpPr>
        <p:spPr>
          <a:xfrm>
            <a:off x="18150840" y="1874520"/>
            <a:ext cx="1243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44C07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SUPPORTING DETAIL</a:t>
            </a:r>
            <a:endParaRPr lang="en-US" sz="2900" dirty="0"/>
          </a:p>
        </p:txBody>
      </p:sp>
      <p:sp>
        <p:nvSpPr>
          <p:cNvPr id="31" name="TV2_SUBTITLE"/>
          <p:cNvSpPr txBox="1"/>
          <p:nvPr/>
        </p:nvSpPr>
        <p:spPr>
          <a:xfrm>
            <a:off x="18379440" y="2807208"/>
            <a:ext cx="1197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 MEDIA OR PROSE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18516600" y="3337560"/>
            <a:ext cx="11704320" cy="0"/>
          </a:xfrm>
          <a:prstGeom prst="line">
            <a:avLst/>
          </a:prstGeom>
          <a:noFill/>
          <a:ln w="10160">
            <a:solidFill>
              <a:srgbClr val="E8B33D"/>
            </a:solidFill>
            <a:prstDash val="solid"/>
          </a:ln>
        </p:spPr>
      </p:sp>
      <p:sp>
        <p:nvSpPr>
          <p:cNvPr id="33" name="TV2_PARAGRAPH"/>
          <p:cNvSpPr txBox="1"/>
          <p:nvPr/>
        </p:nvSpPr>
        <p:spPr>
          <a:xfrm>
            <a:off x="18516600" y="3611880"/>
            <a:ext cx="11704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display can hold a second prose block or be replaced by source media. Use continuation slides when necessary; do not compress large paragraphs into unreadable text.</a:t>
            </a:r>
            <a:endParaRPr lang="en-US" sz="1700" dirty="0"/>
          </a:p>
        </p:txBody>
      </p:sp>
      <p:sp>
        <p:nvSpPr>
          <p:cNvPr id="34" name="TV2_TAKEAWAY_BOX"/>
          <p:cNvSpPr/>
          <p:nvPr/>
        </p:nvSpPr>
        <p:spPr>
          <a:xfrm>
            <a:off x="17510760" y="6108192"/>
            <a:ext cx="13716000" cy="932688"/>
          </a:xfrm>
          <a:prstGeom prst="roundRect">
            <a:avLst>
              <a:gd name="adj" fmla="val 7843"/>
            </a:avLst>
          </a:prstGeom>
          <a:solidFill>
            <a:srgbClr val="06213C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5" name="TV2_TAKEAWAY_LABEL"/>
          <p:cNvSpPr txBox="1"/>
          <p:nvPr/>
        </p:nvSpPr>
        <p:spPr>
          <a:xfrm>
            <a:off x="17876520" y="62636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36" name="TV2_TAKEAWAY_TEXT"/>
          <p:cNvSpPr txBox="1"/>
          <p:nvPr/>
        </p:nvSpPr>
        <p:spPr>
          <a:xfrm>
            <a:off x="20482560" y="6272784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 key takeaway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5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24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52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81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10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GLOBAL_SLIDE_NUMBER_BLOCK"/>
          <p:cNvSpPr/>
          <p:nvPr/>
        </p:nvSpPr>
        <p:spPr>
          <a:xfrm>
            <a:off x="28735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1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2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3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5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26961592" y="109728"/>
            <a:ext cx="5550408" cy="55504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0" y="8247888"/>
            <a:ext cx="32512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7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8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0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1" name="GLOBAL_SLIDE_LABEL"/>
          <p:cNvSpPr txBox="1"/>
          <p:nvPr/>
        </p:nvSpPr>
        <p:spPr>
          <a:xfrm>
            <a:off x="27729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29878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3" name="GLOBAL_SLIDE_NUMBER"/>
          <p:cNvSpPr txBox="1"/>
          <p:nvPr/>
        </p:nvSpPr>
        <p:spPr>
          <a:xfrm>
            <a:off x="30152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4" name="TV1_TITLE"/>
          <p:cNvSpPr txBox="1"/>
          <p:nvPr/>
        </p:nvSpPr>
        <p:spPr>
          <a:xfrm>
            <a:off x="914400" y="1737360"/>
            <a:ext cx="1412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</a:t>
            </a:r>
            <a:endParaRPr lang="en-US" sz="3900" dirty="0"/>
          </a:p>
        </p:txBody>
      </p:sp>
      <p:sp>
        <p:nvSpPr>
          <p:cNvPr id="25" name="Shape 21"/>
          <p:cNvSpPr/>
          <p:nvPr/>
        </p:nvSpPr>
        <p:spPr>
          <a:xfrm>
            <a:off x="960120" y="2761488"/>
            <a:ext cx="10881360" cy="0"/>
          </a:xfrm>
          <a:prstGeom prst="line">
            <a:avLst/>
          </a:prstGeom>
          <a:noFill/>
          <a:ln w="12700">
            <a:solidFill>
              <a:srgbClr val="0B385E"/>
            </a:solidFill>
            <a:prstDash val="solid"/>
          </a:ln>
        </p:spPr>
      </p:sp>
      <p:sp>
        <p:nvSpPr>
          <p:cNvPr id="26" name="TV1_SUBTITLE"/>
          <p:cNvSpPr txBox="1"/>
          <p:nvPr/>
        </p:nvSpPr>
        <p:spPr>
          <a:xfrm>
            <a:off x="960120" y="3044952"/>
            <a:ext cx="1394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SUB-TITLE</a:t>
            </a:r>
            <a:endParaRPr lang="en-US" sz="1800" dirty="0"/>
          </a:p>
        </p:txBody>
      </p:sp>
      <p:sp>
        <p:nvSpPr>
          <p:cNvPr id="27" name="TV1_BODY"/>
          <p:cNvSpPr txBox="1"/>
          <p:nvPr/>
        </p:nvSpPr>
        <p:spPr>
          <a:xfrm>
            <a:off x="960120" y="3749040"/>
            <a:ext cx="1357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 may remain as prose or bullets. The second display is reserved for two source visuals.</a:t>
            </a:r>
            <a:endParaRPr lang="en-US" sz="1800" dirty="0"/>
          </a:p>
        </p:txBody>
      </p:sp>
      <p:sp>
        <p:nvSpPr>
          <p:cNvPr id="28" name="TV1_TAKEAWAY_BOX"/>
          <p:cNvSpPr/>
          <p:nvPr/>
        </p:nvSpPr>
        <p:spPr>
          <a:xfrm>
            <a:off x="960120" y="5989320"/>
            <a:ext cx="13670280" cy="932688"/>
          </a:xfrm>
          <a:prstGeom prst="roundRect">
            <a:avLst>
              <a:gd name="adj" fmla="val 7843"/>
            </a:avLst>
          </a:prstGeom>
          <a:solidFill>
            <a:srgbClr val="06213C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29" name="TV1_TAKEAWAY_LABEL"/>
          <p:cNvSpPr txBox="1"/>
          <p:nvPr/>
        </p:nvSpPr>
        <p:spPr>
          <a:xfrm>
            <a:off x="1325880" y="61447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30" name="TV1_TAKEAWAY_TEXT"/>
          <p:cNvSpPr txBox="1"/>
          <p:nvPr/>
        </p:nvSpPr>
        <p:spPr>
          <a:xfrm>
            <a:off x="3931920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POINT</a:t>
            </a:r>
            <a:endParaRPr lang="en-US" sz="1500" dirty="0"/>
          </a:p>
        </p:txBody>
      </p:sp>
      <p:sp>
        <p:nvSpPr>
          <p:cNvPr id="31" name="TV2_MEDIA_A"/>
          <p:cNvSpPr/>
          <p:nvPr/>
        </p:nvSpPr>
        <p:spPr>
          <a:xfrm>
            <a:off x="17602200" y="1143000"/>
            <a:ext cx="13441680" cy="2834640"/>
          </a:xfrm>
          <a:prstGeom prst="roundRect">
            <a:avLst>
              <a:gd name="adj" fmla="val 2581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2" name="TV2_MEDIA_A_PLACEHOLDER_ICON"/>
          <p:cNvSpPr/>
          <p:nvPr/>
        </p:nvSpPr>
        <p:spPr>
          <a:xfrm>
            <a:off x="22306788" y="1766621"/>
            <a:ext cx="4032504" cy="1133856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3" name="TV2_MEDIA_A_PLACEHOLDER_LABEL"/>
          <p:cNvSpPr txBox="1"/>
          <p:nvPr/>
        </p:nvSpPr>
        <p:spPr>
          <a:xfrm>
            <a:off x="22172371" y="2248510"/>
            <a:ext cx="430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MEDIA A</a:t>
            </a:r>
            <a:endParaRPr lang="en-US" sz="2300" dirty="0"/>
          </a:p>
        </p:txBody>
      </p:sp>
      <p:sp>
        <p:nvSpPr>
          <p:cNvPr id="34" name="TV2_MEDIA_A_CAPTION"/>
          <p:cNvSpPr txBox="1"/>
          <p:nvPr/>
        </p:nvSpPr>
        <p:spPr>
          <a:xfrm>
            <a:off x="17922240" y="3410712"/>
            <a:ext cx="1280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Original visual</a:t>
            </a:r>
            <a:endParaRPr lang="en-US" sz="1150" dirty="0"/>
          </a:p>
        </p:txBody>
      </p:sp>
      <p:sp>
        <p:nvSpPr>
          <p:cNvPr id="35" name="TV2_MEDIA_B"/>
          <p:cNvSpPr/>
          <p:nvPr/>
        </p:nvSpPr>
        <p:spPr>
          <a:xfrm>
            <a:off x="17602200" y="4343400"/>
            <a:ext cx="13441680" cy="2834640"/>
          </a:xfrm>
          <a:prstGeom prst="roundRect">
            <a:avLst>
              <a:gd name="adj" fmla="val 2581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6" name="TV2_MEDIA_B_PLACEHOLDER_ICON"/>
          <p:cNvSpPr/>
          <p:nvPr/>
        </p:nvSpPr>
        <p:spPr>
          <a:xfrm>
            <a:off x="22306788" y="4967021"/>
            <a:ext cx="4032504" cy="1133856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7" name="TV2_MEDIA_B_PLACEHOLDER_LABEL"/>
          <p:cNvSpPr txBox="1"/>
          <p:nvPr/>
        </p:nvSpPr>
        <p:spPr>
          <a:xfrm>
            <a:off x="22172371" y="5448910"/>
            <a:ext cx="430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MEDIA B</a:t>
            </a:r>
            <a:endParaRPr lang="en-US" sz="2300" dirty="0"/>
          </a:p>
        </p:txBody>
      </p:sp>
      <p:sp>
        <p:nvSpPr>
          <p:cNvPr id="38" name="TV2_MEDIA_B_CAPTION"/>
          <p:cNvSpPr txBox="1"/>
          <p:nvPr/>
        </p:nvSpPr>
        <p:spPr>
          <a:xfrm>
            <a:off x="17922240" y="6611112"/>
            <a:ext cx="1280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Original visual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LL_BLEED_MEDIA"/>
          <p:cNvSpPr/>
          <p:nvPr/>
        </p:nvSpPr>
        <p:spPr>
          <a:xfrm>
            <a:off x="0" y="0"/>
            <a:ext cx="32512000" cy="8247888"/>
          </a:xfrm>
          <a:prstGeom prst="rect">
            <a:avLst/>
          </a:prstGeom>
          <a:solidFill>
            <a:srgbClr val="233447"/>
          </a:solidFill>
          <a:ln w="12700">
            <a:solidFill>
              <a:srgbClr val="233447"/>
            </a:solidFill>
            <a:prstDash val="solid"/>
          </a:ln>
        </p:spPr>
      </p:sp>
      <p:sp>
        <p:nvSpPr>
          <p:cNvPr id="3" name="TV1_TEXT_PANEL"/>
          <p:cNvSpPr/>
          <p:nvPr/>
        </p:nvSpPr>
        <p:spPr>
          <a:xfrm>
            <a:off x="868680" y="1325880"/>
            <a:ext cx="14036040" cy="2880360"/>
          </a:xfrm>
          <a:prstGeom prst="roundRect">
            <a:avLst>
              <a:gd name="adj" fmla="val 2540"/>
            </a:avLst>
          </a:prstGeom>
          <a:solidFill>
            <a:srgbClr val="031A33">
              <a:alpha val="92000"/>
            </a:srgbClr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4" name="TV1_TITLE"/>
          <p:cNvSpPr txBox="1"/>
          <p:nvPr/>
        </p:nvSpPr>
        <p:spPr>
          <a:xfrm>
            <a:off x="1417320" y="1856232"/>
            <a:ext cx="1271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FULL-SCREEN IMAGE</a:t>
            </a:r>
            <a:endParaRPr lang="en-US" sz="3800" dirty="0"/>
          </a:p>
        </p:txBody>
      </p:sp>
      <p:sp>
        <p:nvSpPr>
          <p:cNvPr id="5" name="TV1_SUBTITLE"/>
          <p:cNvSpPr txBox="1"/>
          <p:nvPr/>
        </p:nvSpPr>
        <p:spPr>
          <a:xfrm>
            <a:off x="1417320" y="2697480"/>
            <a:ext cx="1261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 subtitle or short caption</a:t>
            </a:r>
            <a:endParaRPr lang="en-US" sz="1800" dirty="0"/>
          </a:p>
        </p:txBody>
      </p:sp>
      <p:sp>
        <p:nvSpPr>
          <p:cNvPr id="6" name="TV1_CAPTION"/>
          <p:cNvSpPr txBox="1"/>
          <p:nvPr/>
        </p:nvSpPr>
        <p:spPr>
          <a:xfrm>
            <a:off x="1417320" y="3246120"/>
            <a:ext cx="1261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Media may span the wall. Critical faces, labels and unit numbers must remain outside seam-safe gutters.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0" y="8247888"/>
            <a:ext cx="32512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8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9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1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12" name="GLOBAL_SLIDE_LABEL"/>
          <p:cNvSpPr txBox="1"/>
          <p:nvPr/>
        </p:nvSpPr>
        <p:spPr>
          <a:xfrm>
            <a:off x="27729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9878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4" name="GLOBAL_SLIDE_NUMBER"/>
          <p:cNvSpPr txBox="1"/>
          <p:nvPr/>
        </p:nvSpPr>
        <p:spPr>
          <a:xfrm>
            <a:off x="30152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5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24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52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81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10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GLOBAL_SLIDE_NUMBER_BLOCK"/>
          <p:cNvSpPr/>
          <p:nvPr/>
        </p:nvSpPr>
        <p:spPr>
          <a:xfrm>
            <a:off x="28735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1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2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3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5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26961592" y="109728"/>
            <a:ext cx="5550408" cy="55504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0" y="8247888"/>
            <a:ext cx="32512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7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8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0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1" name="GLOBAL_SLIDE_LABEL"/>
          <p:cNvSpPr txBox="1"/>
          <p:nvPr/>
        </p:nvSpPr>
        <p:spPr>
          <a:xfrm>
            <a:off x="27729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29878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3" name="GLOBAL_SLIDE_NUMBER"/>
          <p:cNvSpPr txBox="1"/>
          <p:nvPr/>
        </p:nvSpPr>
        <p:spPr>
          <a:xfrm>
            <a:off x="30152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4" name="TV1_TITLE"/>
          <p:cNvSpPr txBox="1"/>
          <p:nvPr/>
        </p:nvSpPr>
        <p:spPr>
          <a:xfrm>
            <a:off x="914400" y="1874520"/>
            <a:ext cx="1412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VIDEO / MEDIA</a:t>
            </a:r>
            <a:endParaRPr lang="en-US" sz="3900" dirty="0"/>
          </a:p>
        </p:txBody>
      </p:sp>
      <p:sp>
        <p:nvSpPr>
          <p:cNvPr id="25" name="Shape 21"/>
          <p:cNvSpPr/>
          <p:nvPr/>
        </p:nvSpPr>
        <p:spPr>
          <a:xfrm>
            <a:off x="960120" y="2898648"/>
            <a:ext cx="10881360" cy="0"/>
          </a:xfrm>
          <a:prstGeom prst="line">
            <a:avLst/>
          </a:prstGeom>
          <a:noFill/>
          <a:ln w="12700">
            <a:solidFill>
              <a:srgbClr val="0B385E"/>
            </a:solidFill>
            <a:prstDash val="solid"/>
          </a:ln>
        </p:spPr>
      </p:sp>
      <p:sp>
        <p:nvSpPr>
          <p:cNvPr id="26" name="TV1_SUBTITLE"/>
          <p:cNvSpPr txBox="1"/>
          <p:nvPr/>
        </p:nvSpPr>
        <p:spPr>
          <a:xfrm>
            <a:off x="960120" y="3182112"/>
            <a:ext cx="1394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VIEWING OBJECTIVE</a:t>
            </a:r>
            <a:endParaRPr lang="en-US" sz="1800" dirty="0"/>
          </a:p>
        </p:txBody>
      </p:sp>
      <p:sp>
        <p:nvSpPr>
          <p:cNvPr id="27" name="TV1_BODY"/>
          <p:cNvSpPr txBox="1"/>
          <p:nvPr/>
        </p:nvSpPr>
        <p:spPr>
          <a:xfrm>
            <a:off x="960120" y="3840480"/>
            <a:ext cx="1357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Context, viewing objective, and prompts. Preserve source URL and embedded video file where possible.</a:t>
            </a:r>
            <a:endParaRPr lang="en-US" sz="1800" dirty="0"/>
          </a:p>
        </p:txBody>
      </p:sp>
      <p:sp>
        <p:nvSpPr>
          <p:cNvPr id="28" name="TV1_TAKEAWAY_BOX"/>
          <p:cNvSpPr/>
          <p:nvPr/>
        </p:nvSpPr>
        <p:spPr>
          <a:xfrm>
            <a:off x="960120" y="5989320"/>
            <a:ext cx="13670280" cy="932688"/>
          </a:xfrm>
          <a:prstGeom prst="roundRect">
            <a:avLst>
              <a:gd name="adj" fmla="val 7843"/>
            </a:avLst>
          </a:prstGeom>
          <a:solidFill>
            <a:srgbClr val="06213C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29" name="TV1_TAKEAWAY_LABEL"/>
          <p:cNvSpPr txBox="1"/>
          <p:nvPr/>
        </p:nvSpPr>
        <p:spPr>
          <a:xfrm>
            <a:off x="1325880" y="61447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30" name="TV1_TAKEAWAY_TEXT"/>
          <p:cNvSpPr txBox="1"/>
          <p:nvPr/>
        </p:nvSpPr>
        <p:spPr>
          <a:xfrm>
            <a:off x="3931920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WATCH FOR…</a:t>
            </a:r>
            <a:endParaRPr lang="en-US" sz="1500" dirty="0"/>
          </a:p>
        </p:txBody>
      </p:sp>
      <p:sp>
        <p:nvSpPr>
          <p:cNvPr id="31" name="TV2_VIDEO"/>
          <p:cNvSpPr/>
          <p:nvPr/>
        </p:nvSpPr>
        <p:spPr>
          <a:xfrm>
            <a:off x="17602200" y="1133856"/>
            <a:ext cx="13441680" cy="6446520"/>
          </a:xfrm>
          <a:prstGeom prst="roundRect">
            <a:avLst>
              <a:gd name="adj" fmla="val 1135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2" name="TV2_VIDEO_PLACEHOLDER_ICON"/>
          <p:cNvSpPr/>
          <p:nvPr/>
        </p:nvSpPr>
        <p:spPr>
          <a:xfrm>
            <a:off x="22306788" y="2552090"/>
            <a:ext cx="4032504" cy="2578608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3" name="TV2_VIDEO_PLACEHOLDER_LABEL"/>
          <p:cNvSpPr txBox="1"/>
          <p:nvPr/>
        </p:nvSpPr>
        <p:spPr>
          <a:xfrm>
            <a:off x="22172371" y="3647999"/>
            <a:ext cx="430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VIDEO</a:t>
            </a:r>
            <a:endParaRPr lang="en-US" sz="2300" dirty="0"/>
          </a:p>
        </p:txBody>
      </p:sp>
      <p:sp>
        <p:nvSpPr>
          <p:cNvPr id="34" name="TV2_VIDEO_CAPTION"/>
          <p:cNvSpPr txBox="1"/>
          <p:nvPr/>
        </p:nvSpPr>
        <p:spPr>
          <a:xfrm>
            <a:off x="17922240" y="7013448"/>
            <a:ext cx="1280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Embedded file or preserved external link • 16:9 poster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5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24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52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81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10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GLOBAL_SLIDE_NUMBER_BLOCK"/>
          <p:cNvSpPr/>
          <p:nvPr/>
        </p:nvSpPr>
        <p:spPr>
          <a:xfrm>
            <a:off x="28735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1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2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3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5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26961592" y="109728"/>
            <a:ext cx="5550408" cy="55504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0" y="8247888"/>
            <a:ext cx="32512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7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8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0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1" name="GLOBAL_SLIDE_LABEL"/>
          <p:cNvSpPr txBox="1"/>
          <p:nvPr/>
        </p:nvSpPr>
        <p:spPr>
          <a:xfrm>
            <a:off x="27729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29878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3" name="GLOBAL_SLIDE_NUMBER"/>
          <p:cNvSpPr txBox="1"/>
          <p:nvPr/>
        </p:nvSpPr>
        <p:spPr>
          <a:xfrm>
            <a:off x="30152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4" name="TV1_A_PANEL"/>
          <p:cNvSpPr/>
          <p:nvPr/>
        </p:nvSpPr>
        <p:spPr>
          <a:xfrm>
            <a:off x="868680" y="1325880"/>
            <a:ext cx="14218920" cy="6172200"/>
          </a:xfrm>
          <a:prstGeom prst="roundRect">
            <a:avLst>
              <a:gd name="adj" fmla="val 1185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25" name="TV1_A_LABEL"/>
          <p:cNvSpPr txBox="1"/>
          <p:nvPr/>
        </p:nvSpPr>
        <p:spPr>
          <a:xfrm>
            <a:off x="146304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OPTION A</a:t>
            </a:r>
            <a:endParaRPr lang="en-US" sz="1400" dirty="0"/>
          </a:p>
        </p:txBody>
      </p:sp>
      <p:sp>
        <p:nvSpPr>
          <p:cNvPr id="26" name="TV1_A_TITLE"/>
          <p:cNvSpPr txBox="1"/>
          <p:nvPr/>
        </p:nvSpPr>
        <p:spPr>
          <a:xfrm>
            <a:off x="1463040" y="2286000"/>
            <a:ext cx="1303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ITEM / CONCEPT A</a:t>
            </a:r>
            <a:endParaRPr lang="en-US" sz="3000" dirty="0"/>
          </a:p>
        </p:txBody>
      </p:sp>
      <p:sp>
        <p:nvSpPr>
          <p:cNvPr id="27" name="Shape 23"/>
          <p:cNvSpPr/>
          <p:nvPr/>
        </p:nvSpPr>
        <p:spPr>
          <a:xfrm>
            <a:off x="1463040" y="3081528"/>
            <a:ext cx="13030200" cy="0"/>
          </a:xfrm>
          <a:prstGeom prst="line">
            <a:avLst/>
          </a:prstGeom>
          <a:noFill/>
          <a:ln w="10160">
            <a:solidFill>
              <a:srgbClr val="E8B33D"/>
            </a:solidFill>
            <a:prstDash val="solid"/>
          </a:ln>
        </p:spPr>
      </p:sp>
      <p:sp>
        <p:nvSpPr>
          <p:cNvPr id="28" name="TV1_A_BODY"/>
          <p:cNvSpPr txBox="1"/>
          <p:nvPr/>
        </p:nvSpPr>
        <p:spPr>
          <a:xfrm>
            <a:off x="1463040" y="3383280"/>
            <a:ext cx="1303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Description, paragraph, bullets, or a source image can be placed here.</a:t>
            </a:r>
            <a:endParaRPr lang="en-US" sz="1650" dirty="0"/>
          </a:p>
        </p:txBody>
      </p:sp>
      <p:sp>
        <p:nvSpPr>
          <p:cNvPr id="29" name="TV1_A_MEDIA"/>
          <p:cNvSpPr/>
          <p:nvPr/>
        </p:nvSpPr>
        <p:spPr>
          <a:xfrm>
            <a:off x="1463040" y="4754880"/>
            <a:ext cx="13030200" cy="2240280"/>
          </a:xfrm>
          <a:prstGeom prst="roundRect">
            <a:avLst>
              <a:gd name="adj" fmla="val 3265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0" name="TV1_A_MEDIA_PLACEHOLDER_ICON"/>
          <p:cNvSpPr/>
          <p:nvPr/>
        </p:nvSpPr>
        <p:spPr>
          <a:xfrm>
            <a:off x="6023610" y="5247742"/>
            <a:ext cx="3909060" cy="896112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1" name="TV1_A_MEDIA_PLACEHOLDER_LABEL"/>
          <p:cNvSpPr txBox="1"/>
          <p:nvPr/>
        </p:nvSpPr>
        <p:spPr>
          <a:xfrm>
            <a:off x="5893308" y="5628589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OPTIONAL MEDIA</a:t>
            </a:r>
            <a:endParaRPr lang="en-US" sz="2300" dirty="0"/>
          </a:p>
        </p:txBody>
      </p:sp>
      <p:sp>
        <p:nvSpPr>
          <p:cNvPr id="32" name="TV1_A_MEDIA_CAPTION"/>
          <p:cNvSpPr txBox="1"/>
          <p:nvPr/>
        </p:nvSpPr>
        <p:spPr>
          <a:xfrm>
            <a:off x="1783080" y="6428232"/>
            <a:ext cx="1239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Comparison visual</a:t>
            </a:r>
            <a:endParaRPr lang="en-US" sz="1150" dirty="0"/>
          </a:p>
        </p:txBody>
      </p:sp>
      <p:sp>
        <p:nvSpPr>
          <p:cNvPr id="33" name="TV2_B_PANEL"/>
          <p:cNvSpPr/>
          <p:nvPr/>
        </p:nvSpPr>
        <p:spPr>
          <a:xfrm>
            <a:off x="17419320" y="1325880"/>
            <a:ext cx="14218920" cy="6172200"/>
          </a:xfrm>
          <a:prstGeom prst="roundRect">
            <a:avLst>
              <a:gd name="adj" fmla="val 1185"/>
            </a:avLst>
          </a:prstGeom>
          <a:solidFill>
            <a:srgbClr val="041F39"/>
          </a:solidFill>
          <a:ln w="12700">
            <a:solidFill>
              <a:srgbClr val="44C07C"/>
            </a:solidFill>
            <a:prstDash val="solid"/>
          </a:ln>
        </p:spPr>
      </p:sp>
      <p:sp>
        <p:nvSpPr>
          <p:cNvPr id="34" name="TV2_B_LABEL"/>
          <p:cNvSpPr txBox="1"/>
          <p:nvPr/>
        </p:nvSpPr>
        <p:spPr>
          <a:xfrm>
            <a:off x="1801368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4C07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OPTION B</a:t>
            </a:r>
            <a:endParaRPr lang="en-US" sz="1400" dirty="0"/>
          </a:p>
        </p:txBody>
      </p:sp>
      <p:sp>
        <p:nvSpPr>
          <p:cNvPr id="35" name="TV2_B_TITLE"/>
          <p:cNvSpPr txBox="1"/>
          <p:nvPr/>
        </p:nvSpPr>
        <p:spPr>
          <a:xfrm>
            <a:off x="18013680" y="2286000"/>
            <a:ext cx="1303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ITEM / CONCEPT B</a:t>
            </a:r>
            <a:endParaRPr lang="en-US" sz="3000" dirty="0"/>
          </a:p>
        </p:txBody>
      </p:sp>
      <p:sp>
        <p:nvSpPr>
          <p:cNvPr id="36" name="Shape 32"/>
          <p:cNvSpPr/>
          <p:nvPr/>
        </p:nvSpPr>
        <p:spPr>
          <a:xfrm>
            <a:off x="18013680" y="3081528"/>
            <a:ext cx="13030200" cy="0"/>
          </a:xfrm>
          <a:prstGeom prst="line">
            <a:avLst/>
          </a:prstGeom>
          <a:noFill/>
          <a:ln w="10160">
            <a:solidFill>
              <a:srgbClr val="44C07C"/>
            </a:solidFill>
            <a:prstDash val="solid"/>
          </a:ln>
        </p:spPr>
      </p:sp>
      <p:sp>
        <p:nvSpPr>
          <p:cNvPr id="37" name="TV2_B_BODY"/>
          <p:cNvSpPr txBox="1"/>
          <p:nvPr/>
        </p:nvSpPr>
        <p:spPr>
          <a:xfrm>
            <a:off x="18013680" y="3383280"/>
            <a:ext cx="1303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Description, paragraph, bullets, or a source image can be placed here.</a:t>
            </a:r>
            <a:endParaRPr lang="en-US" sz="1650" dirty="0"/>
          </a:p>
        </p:txBody>
      </p:sp>
      <p:sp>
        <p:nvSpPr>
          <p:cNvPr id="38" name="TV2_B_MEDIA"/>
          <p:cNvSpPr/>
          <p:nvPr/>
        </p:nvSpPr>
        <p:spPr>
          <a:xfrm>
            <a:off x="18013680" y="4754880"/>
            <a:ext cx="13030200" cy="2240280"/>
          </a:xfrm>
          <a:prstGeom prst="roundRect">
            <a:avLst>
              <a:gd name="adj" fmla="val 3265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9" name="TV2_B_MEDIA_PLACEHOLDER_ICON"/>
          <p:cNvSpPr/>
          <p:nvPr/>
        </p:nvSpPr>
        <p:spPr>
          <a:xfrm>
            <a:off x="22574250" y="5247742"/>
            <a:ext cx="3909060" cy="896112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0" name="TV2_B_MEDIA_PLACEHOLDER_LABEL"/>
          <p:cNvSpPr txBox="1"/>
          <p:nvPr/>
        </p:nvSpPr>
        <p:spPr>
          <a:xfrm>
            <a:off x="22443948" y="5628589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OPTIONAL MEDIA</a:t>
            </a:r>
            <a:endParaRPr lang="en-US" sz="2300" dirty="0"/>
          </a:p>
        </p:txBody>
      </p:sp>
      <p:sp>
        <p:nvSpPr>
          <p:cNvPr id="41" name="TV2_B_MEDIA_CAPTION"/>
          <p:cNvSpPr txBox="1"/>
          <p:nvPr/>
        </p:nvSpPr>
        <p:spPr>
          <a:xfrm>
            <a:off x="18333720" y="6428232"/>
            <a:ext cx="1239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Comparison visual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5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24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52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81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10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GLOBAL_SLIDE_NUMBER_BLOCK"/>
          <p:cNvSpPr/>
          <p:nvPr/>
        </p:nvSpPr>
        <p:spPr>
          <a:xfrm>
            <a:off x="28735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1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2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3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5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26961592" y="109728"/>
            <a:ext cx="5550408" cy="55504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0" y="8247888"/>
            <a:ext cx="32512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7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8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0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1" name="GLOBAL_SLIDE_LABEL"/>
          <p:cNvSpPr txBox="1"/>
          <p:nvPr/>
        </p:nvSpPr>
        <p:spPr>
          <a:xfrm>
            <a:off x="27729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29878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3" name="GLOBAL_SLIDE_NUMBER"/>
          <p:cNvSpPr txBox="1"/>
          <p:nvPr/>
        </p:nvSpPr>
        <p:spPr>
          <a:xfrm>
            <a:off x="30152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4" name="TV1_DIAGRAM"/>
          <p:cNvSpPr/>
          <p:nvPr/>
        </p:nvSpPr>
        <p:spPr>
          <a:xfrm>
            <a:off x="960120" y="1234440"/>
            <a:ext cx="13853160" cy="6355080"/>
          </a:xfrm>
          <a:prstGeom prst="roundRect">
            <a:avLst>
              <a:gd name="adj" fmla="val 1151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25" name="TV1_DIAGRAM_PLACEHOLDER_ICON"/>
          <p:cNvSpPr/>
          <p:nvPr/>
        </p:nvSpPr>
        <p:spPr>
          <a:xfrm>
            <a:off x="5808726" y="2632558"/>
            <a:ext cx="4155948" cy="2542032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6" name="TV1_DIAGRAM_PLACEHOLDER_LABEL"/>
          <p:cNvSpPr txBox="1"/>
          <p:nvPr/>
        </p:nvSpPr>
        <p:spPr>
          <a:xfrm>
            <a:off x="5670194" y="3712921"/>
            <a:ext cx="44330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DIAGRAM</a:t>
            </a:r>
            <a:endParaRPr lang="en-US" sz="2300" dirty="0"/>
          </a:p>
        </p:txBody>
      </p:sp>
      <p:sp>
        <p:nvSpPr>
          <p:cNvPr id="27" name="TV1_DIAGRAM_CAPTION"/>
          <p:cNvSpPr txBox="1"/>
          <p:nvPr/>
        </p:nvSpPr>
        <p:spPr>
          <a:xfrm>
            <a:off x="1280160" y="7022592"/>
            <a:ext cx="1321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Map • schematic • flow • technical graphic</a:t>
            </a:r>
            <a:endParaRPr lang="en-US" sz="1150" dirty="0"/>
          </a:p>
        </p:txBody>
      </p:sp>
      <p:sp>
        <p:nvSpPr>
          <p:cNvPr id="28" name="TV2_EXPLANATION_PANEL"/>
          <p:cNvSpPr/>
          <p:nvPr/>
        </p:nvSpPr>
        <p:spPr>
          <a:xfrm>
            <a:off x="17510760" y="1417320"/>
            <a:ext cx="13716000" cy="5989320"/>
          </a:xfrm>
          <a:prstGeom prst="roundRect">
            <a:avLst>
              <a:gd name="adj" fmla="val 1221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29" name="TV2_TITLE"/>
          <p:cNvSpPr txBox="1"/>
          <p:nvPr/>
        </p:nvSpPr>
        <p:spPr>
          <a:xfrm>
            <a:off x="18150840" y="2057400"/>
            <a:ext cx="1243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44C07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EXPLANATION</a:t>
            </a:r>
            <a:endParaRPr lang="en-US" sz="2900" dirty="0"/>
          </a:p>
        </p:txBody>
      </p:sp>
      <p:sp>
        <p:nvSpPr>
          <p:cNvPr id="30" name="TV2_SUBTITLE"/>
          <p:cNvSpPr txBox="1"/>
          <p:nvPr/>
        </p:nvSpPr>
        <p:spPr>
          <a:xfrm>
            <a:off x="18379440" y="2990088"/>
            <a:ext cx="1197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STEPS / LEGEND / NOTES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18516600" y="3520440"/>
            <a:ext cx="11704320" cy="0"/>
          </a:xfrm>
          <a:prstGeom prst="line">
            <a:avLst/>
          </a:prstGeom>
          <a:noFill/>
          <a:ln w="10160">
            <a:solidFill>
              <a:srgbClr val="E8B33D"/>
            </a:solidFill>
            <a:prstDash val="solid"/>
          </a:ln>
        </p:spPr>
      </p:sp>
      <p:sp>
        <p:nvSpPr>
          <p:cNvPr id="32" name="TV2_BULLET_MARK_1"/>
          <p:cNvSpPr txBox="1"/>
          <p:nvPr/>
        </p:nvSpPr>
        <p:spPr>
          <a:xfrm>
            <a:off x="18516600" y="365760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33" name="TV2_BULLET_1"/>
          <p:cNvSpPr txBox="1"/>
          <p:nvPr/>
        </p:nvSpPr>
        <p:spPr>
          <a:xfrm>
            <a:off x="18937224" y="3749040"/>
            <a:ext cx="11329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34" name="TV2_BULLET_MARK_2"/>
          <p:cNvSpPr txBox="1"/>
          <p:nvPr/>
        </p:nvSpPr>
        <p:spPr>
          <a:xfrm>
            <a:off x="18516600" y="4370832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35" name="TV2_BULLET_2"/>
          <p:cNvSpPr txBox="1"/>
          <p:nvPr/>
        </p:nvSpPr>
        <p:spPr>
          <a:xfrm>
            <a:off x="18937224" y="4462272"/>
            <a:ext cx="11329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36" name="TV2_BULLET_MARK_3"/>
          <p:cNvSpPr txBox="1"/>
          <p:nvPr/>
        </p:nvSpPr>
        <p:spPr>
          <a:xfrm>
            <a:off x="18516600" y="5084064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37" name="TV2_BULLET_3"/>
          <p:cNvSpPr txBox="1"/>
          <p:nvPr/>
        </p:nvSpPr>
        <p:spPr>
          <a:xfrm>
            <a:off x="18937224" y="5175504"/>
            <a:ext cx="11329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38" name="TV2_BULLET_MARK_4"/>
          <p:cNvSpPr txBox="1"/>
          <p:nvPr/>
        </p:nvSpPr>
        <p:spPr>
          <a:xfrm>
            <a:off x="18516600" y="5797296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39" name="TV2_BULLET_4"/>
          <p:cNvSpPr txBox="1"/>
          <p:nvPr/>
        </p:nvSpPr>
        <p:spPr>
          <a:xfrm>
            <a:off x="18937224" y="5888736"/>
            <a:ext cx="11329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40" name="TV2_TAKEAWAY_BOX"/>
          <p:cNvSpPr/>
          <p:nvPr/>
        </p:nvSpPr>
        <p:spPr>
          <a:xfrm>
            <a:off x="17510760" y="6217920"/>
            <a:ext cx="13716000" cy="932688"/>
          </a:xfrm>
          <a:prstGeom prst="roundRect">
            <a:avLst>
              <a:gd name="adj" fmla="val 7843"/>
            </a:avLst>
          </a:prstGeom>
          <a:solidFill>
            <a:srgbClr val="06213C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41" name="TV2_TAKEAWAY_LABEL"/>
          <p:cNvSpPr txBox="1"/>
          <p:nvPr/>
        </p:nvSpPr>
        <p:spPr>
          <a:xfrm>
            <a:off x="17876520" y="63733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42" name="TV2_TAKEAWAY_TEXT"/>
          <p:cNvSpPr txBox="1"/>
          <p:nvPr/>
        </p:nvSpPr>
        <p:spPr>
          <a:xfrm>
            <a:off x="20482560" y="6382512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RELATIONSHIP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5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24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52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81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10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GLOBAL_SLIDE_NUMBER_BLOCK"/>
          <p:cNvSpPr/>
          <p:nvPr/>
        </p:nvSpPr>
        <p:spPr>
          <a:xfrm>
            <a:off x="28735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8247888"/>
            <a:ext cx="32512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2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3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5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16" name="GLOBAL_SLIDE_LABEL"/>
          <p:cNvSpPr txBox="1"/>
          <p:nvPr/>
        </p:nvSpPr>
        <p:spPr>
          <a:xfrm>
            <a:off x="27729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9878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8" name="GLOBAL_SLIDE_NUMBER"/>
          <p:cNvSpPr txBox="1"/>
          <p:nvPr/>
        </p:nvSpPr>
        <p:spPr>
          <a:xfrm>
            <a:off x="30152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19" name="SECTION_KICKER"/>
          <p:cNvSpPr txBox="1"/>
          <p:nvPr/>
        </p:nvSpPr>
        <p:spPr>
          <a:xfrm>
            <a:off x="1005840" y="2011680"/>
            <a:ext cx="1417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01</a:t>
            </a:r>
            <a:endParaRPr lang="en-US" sz="2000" dirty="0"/>
          </a:p>
        </p:txBody>
      </p:sp>
      <p:sp>
        <p:nvSpPr>
          <p:cNvPr id="20" name="SECTION_TITLE"/>
          <p:cNvSpPr txBox="1"/>
          <p:nvPr/>
        </p:nvSpPr>
        <p:spPr>
          <a:xfrm>
            <a:off x="1005840" y="2788920"/>
            <a:ext cx="1417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TITLE</a:t>
            </a:r>
            <a:endParaRPr lang="en-US" sz="4600" dirty="0"/>
          </a:p>
        </p:txBody>
      </p:sp>
      <p:sp>
        <p:nvSpPr>
          <p:cNvPr id="21" name="Shape 19"/>
          <p:cNvSpPr/>
          <p:nvPr/>
        </p:nvSpPr>
        <p:spPr>
          <a:xfrm>
            <a:off x="3017520" y="4069080"/>
            <a:ext cx="10149840" cy="0"/>
          </a:xfrm>
          <a:prstGeom prst="line">
            <a:avLst/>
          </a:prstGeom>
          <a:noFill/>
          <a:ln w="17780">
            <a:solidFill>
              <a:srgbClr val="E8B33D"/>
            </a:solidFill>
            <a:prstDash val="solid"/>
          </a:ln>
        </p:spPr>
      </p:sp>
      <p:sp>
        <p:nvSpPr>
          <p:cNvPr id="22" name="SECTION_SUBTITLE"/>
          <p:cNvSpPr txBox="1"/>
          <p:nvPr/>
        </p:nvSpPr>
        <p:spPr>
          <a:xfrm>
            <a:off x="1920240" y="4434840"/>
            <a:ext cx="1234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AFC0C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Short section descriptor or learning objective</a:t>
            </a:r>
            <a:endParaRPr lang="en-US" sz="2000" dirty="0"/>
          </a:p>
        </p:txBody>
      </p:sp>
      <p:sp>
        <p:nvSpPr>
          <p:cNvPr id="23" name="TV2_SECTION_NUMBER"/>
          <p:cNvSpPr txBox="1"/>
          <p:nvPr/>
        </p:nvSpPr>
        <p:spPr>
          <a:xfrm>
            <a:off x="19202400" y="1874520"/>
            <a:ext cx="10058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0" b="1" dirty="0">
                <a:solidFill>
                  <a:srgbClr val="0B385E">
                    <a:alpha val="75000"/>
                  </a:srgbClr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1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5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24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52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81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10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GLOBAL_SLIDE_NUMBER_BLOCK"/>
          <p:cNvSpPr/>
          <p:nvPr/>
        </p:nvSpPr>
        <p:spPr>
          <a:xfrm>
            <a:off x="28735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1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2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3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5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26961592" y="109728"/>
            <a:ext cx="5550408" cy="55504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0" y="8247888"/>
            <a:ext cx="32512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7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8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0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1" name="GLOBAL_SLIDE_LABEL"/>
          <p:cNvSpPr txBox="1"/>
          <p:nvPr/>
        </p:nvSpPr>
        <p:spPr>
          <a:xfrm>
            <a:off x="27729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29878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3" name="GLOBAL_SLIDE_NUMBER"/>
          <p:cNvSpPr txBox="1"/>
          <p:nvPr/>
        </p:nvSpPr>
        <p:spPr>
          <a:xfrm>
            <a:off x="30152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4" name="TV1_TABLE_PANEL"/>
          <p:cNvSpPr/>
          <p:nvPr/>
        </p:nvSpPr>
        <p:spPr>
          <a:xfrm>
            <a:off x="960120" y="1234440"/>
            <a:ext cx="13853160" cy="6126480"/>
          </a:xfrm>
          <a:prstGeom prst="roundRect">
            <a:avLst>
              <a:gd name="adj" fmla="val 1194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25" name="TV1_TITLE"/>
          <p:cNvSpPr txBox="1"/>
          <p:nvPr/>
        </p:nvSpPr>
        <p:spPr>
          <a:xfrm>
            <a:off x="1508760" y="1600200"/>
            <a:ext cx="1275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TABLE / CHART — GROUP A</a:t>
            </a:r>
            <a:endParaRPr lang="en-US" sz="1800" dirty="0"/>
          </a:p>
        </p:txBody>
      </p:sp>
      <p:sp>
        <p:nvSpPr>
          <p:cNvPr id="26" name="TV1_TABLE_TEXT"/>
          <p:cNvSpPr txBox="1"/>
          <p:nvPr/>
        </p:nvSpPr>
        <p:spPr>
          <a:xfrm>
            <a:off x="1737360" y="2331720"/>
            <a:ext cx="12298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 1     Header 2     Header 3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       Value        Value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       Value        Value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       Value        Value</a:t>
            </a:r>
            <a:endParaRPr lang="en-US" sz="1600" dirty="0"/>
          </a:p>
        </p:txBody>
      </p:sp>
      <p:sp>
        <p:nvSpPr>
          <p:cNvPr id="27" name="TV2_TABLE_PANEL"/>
          <p:cNvSpPr/>
          <p:nvPr/>
        </p:nvSpPr>
        <p:spPr>
          <a:xfrm>
            <a:off x="17510760" y="1234440"/>
            <a:ext cx="13716000" cy="6126480"/>
          </a:xfrm>
          <a:prstGeom prst="roundRect">
            <a:avLst>
              <a:gd name="adj" fmla="val 1194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28" name="TV2_TITLE"/>
          <p:cNvSpPr txBox="1"/>
          <p:nvPr/>
        </p:nvSpPr>
        <p:spPr>
          <a:xfrm>
            <a:off x="18059400" y="1600200"/>
            <a:ext cx="1261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4C07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TABLE / CHART — GROUP B</a:t>
            </a:r>
            <a:endParaRPr lang="en-US" sz="1800" dirty="0"/>
          </a:p>
        </p:txBody>
      </p:sp>
      <p:sp>
        <p:nvSpPr>
          <p:cNvPr id="29" name="TV2_TABLE_TEXT"/>
          <p:cNvSpPr txBox="1"/>
          <p:nvPr/>
        </p:nvSpPr>
        <p:spPr>
          <a:xfrm>
            <a:off x="18288000" y="2331720"/>
            <a:ext cx="12161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 4     Header 5     Header 6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       Value        Value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       Value        Value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       Value        Value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5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24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52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81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10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GLOBAL_SLIDE_NUMBER_BLOCK"/>
          <p:cNvSpPr/>
          <p:nvPr/>
        </p:nvSpPr>
        <p:spPr>
          <a:xfrm>
            <a:off x="28735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1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2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3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5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26961592" y="109728"/>
            <a:ext cx="5550408" cy="55504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0" y="8247888"/>
            <a:ext cx="32512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7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8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0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1" name="GLOBAL_SLIDE_LABEL"/>
          <p:cNvSpPr txBox="1"/>
          <p:nvPr/>
        </p:nvSpPr>
        <p:spPr>
          <a:xfrm>
            <a:off x="27729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29878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3" name="GLOBAL_SLIDE_NUMBER"/>
          <p:cNvSpPr txBox="1"/>
          <p:nvPr/>
        </p:nvSpPr>
        <p:spPr>
          <a:xfrm>
            <a:off x="30152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4" name="QUOTE_MARK"/>
          <p:cNvSpPr txBox="1"/>
          <p:nvPr/>
        </p:nvSpPr>
        <p:spPr>
          <a:xfrm>
            <a:off x="1143000" y="12344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“</a:t>
            </a:r>
            <a:endParaRPr lang="en-US" sz="7200" dirty="0"/>
          </a:p>
        </p:txBody>
      </p:sp>
      <p:sp>
        <p:nvSpPr>
          <p:cNvPr id="25" name="QUOTE_TEXT"/>
          <p:cNvSpPr txBox="1"/>
          <p:nvPr/>
        </p:nvSpPr>
        <p:spPr>
          <a:xfrm>
            <a:off x="1874520" y="1920240"/>
            <a:ext cx="12024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high-value statement, definition, policy requirement, or quotation goes here.</a:t>
            </a:r>
            <a:endParaRPr lang="en-US" sz="3400" dirty="0"/>
          </a:p>
        </p:txBody>
      </p:sp>
      <p:sp>
        <p:nvSpPr>
          <p:cNvPr id="26" name="QUOTE_SOURCE"/>
          <p:cNvSpPr txBox="1"/>
          <p:nvPr/>
        </p:nvSpPr>
        <p:spPr>
          <a:xfrm>
            <a:off x="1874520" y="5349240"/>
            <a:ext cx="1202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SOURCE / ATTRIBUTION</a:t>
            </a:r>
            <a:endParaRPr lang="en-US" sz="1500" dirty="0"/>
          </a:p>
        </p:txBody>
      </p:sp>
      <p:sp>
        <p:nvSpPr>
          <p:cNvPr id="27" name="QUOTE_TAKEAWAY_BOX"/>
          <p:cNvSpPr/>
          <p:nvPr/>
        </p:nvSpPr>
        <p:spPr>
          <a:xfrm>
            <a:off x="960120" y="6126480"/>
            <a:ext cx="13853160" cy="932688"/>
          </a:xfrm>
          <a:prstGeom prst="roundRect">
            <a:avLst>
              <a:gd name="adj" fmla="val 7843"/>
            </a:avLst>
          </a:prstGeom>
          <a:solidFill>
            <a:srgbClr val="06213C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28" name="QUOTE_TAKEAWAY_LABEL"/>
          <p:cNvSpPr txBox="1"/>
          <p:nvPr/>
        </p:nvSpPr>
        <p:spPr>
          <a:xfrm>
            <a:off x="1325880" y="62819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29" name="QUOTE_TAKEAWAY_TEXT"/>
          <p:cNvSpPr txBox="1"/>
          <p:nvPr/>
        </p:nvSpPr>
        <p:spPr>
          <a:xfrm>
            <a:off x="3931920" y="629107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30" name="TV2_ACTION_PANEL"/>
          <p:cNvSpPr/>
          <p:nvPr/>
        </p:nvSpPr>
        <p:spPr>
          <a:xfrm>
            <a:off x="17510760" y="1417320"/>
            <a:ext cx="13716000" cy="5806440"/>
          </a:xfrm>
          <a:prstGeom prst="roundRect">
            <a:avLst>
              <a:gd name="adj" fmla="val 1260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1" name="TV2_TITLE"/>
          <p:cNvSpPr txBox="1"/>
          <p:nvPr/>
        </p:nvSpPr>
        <p:spPr>
          <a:xfrm>
            <a:off x="18150840" y="2057400"/>
            <a:ext cx="1243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44C07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APPLICATION</a:t>
            </a:r>
            <a:endParaRPr lang="en-US" sz="2900" dirty="0"/>
          </a:p>
        </p:txBody>
      </p:sp>
      <p:sp>
        <p:nvSpPr>
          <p:cNvPr id="32" name="TV2_SUBTITLE"/>
          <p:cNvSpPr txBox="1"/>
          <p:nvPr/>
        </p:nvSpPr>
        <p:spPr>
          <a:xfrm>
            <a:off x="18379440" y="2990088"/>
            <a:ext cx="1197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TO DO WITH IT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18516600" y="3520440"/>
            <a:ext cx="11704320" cy="0"/>
          </a:xfrm>
          <a:prstGeom prst="line">
            <a:avLst/>
          </a:prstGeom>
          <a:noFill/>
          <a:ln w="10160">
            <a:solidFill>
              <a:srgbClr val="E8B33D"/>
            </a:solidFill>
            <a:prstDash val="solid"/>
          </a:ln>
        </p:spPr>
      </p:sp>
      <p:sp>
        <p:nvSpPr>
          <p:cNvPr id="34" name="TV2_BULLET_MARK_1"/>
          <p:cNvSpPr txBox="1"/>
          <p:nvPr/>
        </p:nvSpPr>
        <p:spPr>
          <a:xfrm>
            <a:off x="18516600" y="374904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35" name="TV2_BULLET_1"/>
          <p:cNvSpPr txBox="1"/>
          <p:nvPr/>
        </p:nvSpPr>
        <p:spPr>
          <a:xfrm>
            <a:off x="18937224" y="3840480"/>
            <a:ext cx="11192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36" name="TV2_BULLET_MARK_2"/>
          <p:cNvSpPr txBox="1"/>
          <p:nvPr/>
        </p:nvSpPr>
        <p:spPr>
          <a:xfrm>
            <a:off x="18516600" y="457200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37" name="TV2_BULLET_2"/>
          <p:cNvSpPr txBox="1"/>
          <p:nvPr/>
        </p:nvSpPr>
        <p:spPr>
          <a:xfrm>
            <a:off x="18937224" y="4663440"/>
            <a:ext cx="11192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38" name="TV2_BULLET_MARK_3"/>
          <p:cNvSpPr txBox="1"/>
          <p:nvPr/>
        </p:nvSpPr>
        <p:spPr>
          <a:xfrm>
            <a:off x="18516600" y="539496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39" name="TV2_BULLET_3"/>
          <p:cNvSpPr txBox="1"/>
          <p:nvPr/>
        </p:nvSpPr>
        <p:spPr>
          <a:xfrm>
            <a:off x="18937224" y="5486400"/>
            <a:ext cx="11192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5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24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52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81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10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GLOBAL_SLIDE_NUMBER_BLOCK"/>
          <p:cNvSpPr/>
          <p:nvPr/>
        </p:nvSpPr>
        <p:spPr>
          <a:xfrm>
            <a:off x="28735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1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2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3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5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26961592" y="109728"/>
            <a:ext cx="5550408" cy="55504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0" y="8247888"/>
            <a:ext cx="32512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7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8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0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1" name="GLOBAL_SLIDE_LABEL"/>
          <p:cNvSpPr txBox="1"/>
          <p:nvPr/>
        </p:nvSpPr>
        <p:spPr>
          <a:xfrm>
            <a:off x="27729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29878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3" name="GLOBAL_SLIDE_NUMBER"/>
          <p:cNvSpPr txBox="1"/>
          <p:nvPr/>
        </p:nvSpPr>
        <p:spPr>
          <a:xfrm>
            <a:off x="30152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4" name="TV1_TITLE"/>
          <p:cNvSpPr txBox="1"/>
          <p:nvPr/>
        </p:nvSpPr>
        <p:spPr>
          <a:xfrm>
            <a:off x="960120" y="1572768"/>
            <a:ext cx="1371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GALLERY / VISUAL SEQUENCE</a:t>
            </a:r>
            <a:endParaRPr lang="en-US" sz="3400" dirty="0"/>
          </a:p>
        </p:txBody>
      </p:sp>
      <p:sp>
        <p:nvSpPr>
          <p:cNvPr id="25" name="TV1_MEDIA"/>
          <p:cNvSpPr/>
          <p:nvPr/>
        </p:nvSpPr>
        <p:spPr>
          <a:xfrm>
            <a:off x="960120" y="2514600"/>
            <a:ext cx="13853160" cy="4343400"/>
          </a:xfrm>
          <a:prstGeom prst="roundRect">
            <a:avLst>
              <a:gd name="adj" fmla="val 1684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26" name="TV1_MEDIA_PLACEHOLDER_ICON"/>
          <p:cNvSpPr/>
          <p:nvPr/>
        </p:nvSpPr>
        <p:spPr>
          <a:xfrm>
            <a:off x="5808726" y="3470148"/>
            <a:ext cx="4155948" cy="1737360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7" name="TV1_MEDIA_PLACEHOLDER_LABEL"/>
          <p:cNvSpPr txBox="1"/>
          <p:nvPr/>
        </p:nvSpPr>
        <p:spPr>
          <a:xfrm>
            <a:off x="5670194" y="4208526"/>
            <a:ext cx="44330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IMAGE A</a:t>
            </a:r>
            <a:endParaRPr lang="en-US" sz="2300" dirty="0"/>
          </a:p>
        </p:txBody>
      </p:sp>
      <p:sp>
        <p:nvSpPr>
          <p:cNvPr id="28" name="TV1_MEDIA_CAPTION"/>
          <p:cNvSpPr txBox="1"/>
          <p:nvPr/>
        </p:nvSpPr>
        <p:spPr>
          <a:xfrm>
            <a:off x="1280160" y="6291072"/>
            <a:ext cx="1321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Captioned source image</a:t>
            </a:r>
            <a:endParaRPr lang="en-US" sz="1150" dirty="0"/>
          </a:p>
        </p:txBody>
      </p:sp>
      <p:sp>
        <p:nvSpPr>
          <p:cNvPr id="29" name="TV1_CAPTION"/>
          <p:cNvSpPr txBox="1"/>
          <p:nvPr/>
        </p:nvSpPr>
        <p:spPr>
          <a:xfrm>
            <a:off x="1188720" y="7068312"/>
            <a:ext cx="1339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CAPTION A</a:t>
            </a:r>
            <a:endParaRPr lang="en-US" sz="1300" dirty="0"/>
          </a:p>
        </p:txBody>
      </p:sp>
      <p:sp>
        <p:nvSpPr>
          <p:cNvPr id="30" name="TV2_MEDIA"/>
          <p:cNvSpPr/>
          <p:nvPr/>
        </p:nvSpPr>
        <p:spPr>
          <a:xfrm>
            <a:off x="17602200" y="1874520"/>
            <a:ext cx="13441680" cy="4983480"/>
          </a:xfrm>
          <a:prstGeom prst="roundRect">
            <a:avLst>
              <a:gd name="adj" fmla="val 1468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1" name="TV2_MEDIA_PLACEHOLDER_ICON"/>
          <p:cNvSpPr/>
          <p:nvPr/>
        </p:nvSpPr>
        <p:spPr>
          <a:xfrm>
            <a:off x="22306788" y="2970886"/>
            <a:ext cx="4032504" cy="1993392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2" name="TV2_MEDIA_PLACEHOLDER_LABEL"/>
          <p:cNvSpPr txBox="1"/>
          <p:nvPr/>
        </p:nvSpPr>
        <p:spPr>
          <a:xfrm>
            <a:off x="22172371" y="3818077"/>
            <a:ext cx="430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IMAGE B</a:t>
            </a:r>
            <a:endParaRPr lang="en-US" sz="2300" dirty="0"/>
          </a:p>
        </p:txBody>
      </p:sp>
      <p:sp>
        <p:nvSpPr>
          <p:cNvPr id="33" name="TV2_MEDIA_CAPTION"/>
          <p:cNvSpPr txBox="1"/>
          <p:nvPr/>
        </p:nvSpPr>
        <p:spPr>
          <a:xfrm>
            <a:off x="17922240" y="6291072"/>
            <a:ext cx="1280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Captioned source image</a:t>
            </a:r>
            <a:endParaRPr lang="en-US" sz="1150" dirty="0"/>
          </a:p>
        </p:txBody>
      </p:sp>
      <p:sp>
        <p:nvSpPr>
          <p:cNvPr id="34" name="TV2_CAPTION"/>
          <p:cNvSpPr txBox="1"/>
          <p:nvPr/>
        </p:nvSpPr>
        <p:spPr>
          <a:xfrm>
            <a:off x="17830800" y="7086600"/>
            <a:ext cx="1298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CAPTION B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5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24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52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81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10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GLOBAL_SLIDE_NUMBER_BLOCK"/>
          <p:cNvSpPr/>
          <p:nvPr/>
        </p:nvSpPr>
        <p:spPr>
          <a:xfrm>
            <a:off x="28735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1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2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3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5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26961592" y="109728"/>
            <a:ext cx="5550408" cy="55504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0" y="8247888"/>
            <a:ext cx="32512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7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8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0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1" name="GLOBAL_SLIDE_LABEL"/>
          <p:cNvSpPr txBox="1"/>
          <p:nvPr/>
        </p:nvSpPr>
        <p:spPr>
          <a:xfrm>
            <a:off x="27729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29878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3" name="GLOBAL_SLIDE_NUMBER"/>
          <p:cNvSpPr txBox="1"/>
          <p:nvPr/>
        </p:nvSpPr>
        <p:spPr>
          <a:xfrm>
            <a:off x="30152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4" name="TV1_PANEL"/>
          <p:cNvSpPr/>
          <p:nvPr/>
        </p:nvSpPr>
        <p:spPr>
          <a:xfrm>
            <a:off x="960120" y="1417320"/>
            <a:ext cx="13853160" cy="5989320"/>
          </a:xfrm>
          <a:prstGeom prst="roundRect">
            <a:avLst>
              <a:gd name="adj" fmla="val 1221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25" name="TV1_TITLE"/>
          <p:cNvSpPr txBox="1"/>
          <p:nvPr/>
        </p:nvSpPr>
        <p:spPr>
          <a:xfrm>
            <a:off x="1645920" y="1920240"/>
            <a:ext cx="1207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CONCEPT 1</a:t>
            </a:r>
            <a:endParaRPr lang="en-US" sz="2800" dirty="0"/>
          </a:p>
        </p:txBody>
      </p:sp>
      <p:sp>
        <p:nvSpPr>
          <p:cNvPr id="26" name="Shape 22"/>
          <p:cNvSpPr/>
          <p:nvPr/>
        </p:nvSpPr>
        <p:spPr>
          <a:xfrm>
            <a:off x="1645920" y="2697480"/>
            <a:ext cx="11887200" cy="0"/>
          </a:xfrm>
          <a:prstGeom prst="line">
            <a:avLst/>
          </a:prstGeom>
          <a:noFill/>
          <a:ln w="10160">
            <a:solidFill>
              <a:srgbClr val="E8B33D"/>
            </a:solidFill>
            <a:prstDash val="solid"/>
          </a:ln>
        </p:spPr>
      </p:sp>
      <p:sp>
        <p:nvSpPr>
          <p:cNvPr id="27" name="TV1_BODY"/>
          <p:cNvSpPr txBox="1"/>
          <p:nvPr/>
        </p:nvSpPr>
        <p:spPr>
          <a:xfrm>
            <a:off x="1645920" y="3063240"/>
            <a:ext cx="11887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Paragraph text, bullets, definitions, or procedural steps may be preserved here. Each physical display is an independent reading zone.</a:t>
            </a:r>
            <a:endParaRPr lang="en-US" sz="1650" dirty="0"/>
          </a:p>
        </p:txBody>
      </p:sp>
      <p:sp>
        <p:nvSpPr>
          <p:cNvPr id="28" name="TV2_PANEL"/>
          <p:cNvSpPr/>
          <p:nvPr/>
        </p:nvSpPr>
        <p:spPr>
          <a:xfrm>
            <a:off x="17510760" y="1417320"/>
            <a:ext cx="13716000" cy="5989320"/>
          </a:xfrm>
          <a:prstGeom prst="roundRect">
            <a:avLst>
              <a:gd name="adj" fmla="val 1221"/>
            </a:avLst>
          </a:prstGeom>
          <a:solidFill>
            <a:srgbClr val="041F39"/>
          </a:solidFill>
          <a:ln w="12700">
            <a:solidFill>
              <a:srgbClr val="44C07C"/>
            </a:solidFill>
            <a:prstDash val="solid"/>
          </a:ln>
        </p:spPr>
      </p:sp>
      <p:sp>
        <p:nvSpPr>
          <p:cNvPr id="29" name="TV2_TITLE"/>
          <p:cNvSpPr txBox="1"/>
          <p:nvPr/>
        </p:nvSpPr>
        <p:spPr>
          <a:xfrm>
            <a:off x="18196560" y="1920240"/>
            <a:ext cx="1207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44C07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CONCEPT 2</a:t>
            </a:r>
            <a:endParaRPr lang="en-US" sz="2800" dirty="0"/>
          </a:p>
        </p:txBody>
      </p:sp>
      <p:sp>
        <p:nvSpPr>
          <p:cNvPr id="30" name="Shape 26"/>
          <p:cNvSpPr/>
          <p:nvPr/>
        </p:nvSpPr>
        <p:spPr>
          <a:xfrm>
            <a:off x="18196560" y="2697480"/>
            <a:ext cx="11887200" cy="0"/>
          </a:xfrm>
          <a:prstGeom prst="line">
            <a:avLst/>
          </a:prstGeom>
          <a:noFill/>
          <a:ln w="10160">
            <a:solidFill>
              <a:srgbClr val="44C07C"/>
            </a:solidFill>
            <a:prstDash val="solid"/>
          </a:ln>
        </p:spPr>
      </p:sp>
      <p:sp>
        <p:nvSpPr>
          <p:cNvPr id="31" name="TV2_BODY"/>
          <p:cNvSpPr txBox="1"/>
          <p:nvPr/>
        </p:nvSpPr>
        <p:spPr>
          <a:xfrm>
            <a:off x="18196560" y="3063240"/>
            <a:ext cx="11887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Paragraph text, bullets, definitions, or procedural steps may be preserved here. Each physical display is an independent reading zone.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5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24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52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81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10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GLOBAL_SLIDE_NUMBER_BLOCK"/>
          <p:cNvSpPr/>
          <p:nvPr/>
        </p:nvSpPr>
        <p:spPr>
          <a:xfrm>
            <a:off x="28735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1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2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3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5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26961592" y="109728"/>
            <a:ext cx="5550408" cy="55504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0" y="8247888"/>
            <a:ext cx="32512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7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8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0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1" name="GLOBAL_SLIDE_LABEL"/>
          <p:cNvSpPr txBox="1"/>
          <p:nvPr/>
        </p:nvSpPr>
        <p:spPr>
          <a:xfrm>
            <a:off x="27729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29878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3" name="GLOBAL_SLIDE_NUMBER"/>
          <p:cNvSpPr txBox="1"/>
          <p:nvPr/>
        </p:nvSpPr>
        <p:spPr>
          <a:xfrm>
            <a:off x="30152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4" name="CONTINUED_LABEL"/>
          <p:cNvSpPr txBox="1"/>
          <p:nvPr/>
        </p:nvSpPr>
        <p:spPr>
          <a:xfrm>
            <a:off x="960120" y="1508760"/>
            <a:ext cx="1385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CONTINUED</a:t>
            </a:r>
            <a:endParaRPr lang="en-US" sz="1900" dirty="0"/>
          </a:p>
        </p:txBody>
      </p:sp>
      <p:sp>
        <p:nvSpPr>
          <p:cNvPr id="25" name="TV1_TITLE"/>
          <p:cNvSpPr txBox="1"/>
          <p:nvPr/>
        </p:nvSpPr>
        <p:spPr>
          <a:xfrm>
            <a:off x="960120" y="2011680"/>
            <a:ext cx="1385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SOURCE SLIDE TITLE</a:t>
            </a:r>
            <a:endParaRPr lang="en-US" sz="3400" dirty="0"/>
          </a:p>
        </p:txBody>
      </p:sp>
      <p:sp>
        <p:nvSpPr>
          <p:cNvPr id="26" name="TV1_CONTINUATION_PANEL"/>
          <p:cNvSpPr/>
          <p:nvPr/>
        </p:nvSpPr>
        <p:spPr>
          <a:xfrm>
            <a:off x="960120" y="2880360"/>
            <a:ext cx="13853160" cy="4434840"/>
          </a:xfrm>
          <a:prstGeom prst="roundRect">
            <a:avLst>
              <a:gd name="adj" fmla="val 1649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27" name="TV1_BODY"/>
          <p:cNvSpPr txBox="1"/>
          <p:nvPr/>
        </p:nvSpPr>
        <p:spPr>
          <a:xfrm>
            <a:off x="1554480" y="3429000"/>
            <a:ext cx="11841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Continuation paragraph / bullets 1. Preserve exact content order from the source. Do not omit text simply because the original slide was too dense.</a:t>
            </a:r>
            <a:endParaRPr lang="en-US" sz="1650" dirty="0"/>
          </a:p>
        </p:txBody>
      </p:sp>
      <p:sp>
        <p:nvSpPr>
          <p:cNvPr id="28" name="TV2_CONTINUATION_PANEL"/>
          <p:cNvSpPr/>
          <p:nvPr/>
        </p:nvSpPr>
        <p:spPr>
          <a:xfrm>
            <a:off x="17510760" y="2880360"/>
            <a:ext cx="13716000" cy="4434840"/>
          </a:xfrm>
          <a:prstGeom prst="roundRect">
            <a:avLst>
              <a:gd name="adj" fmla="val 1649"/>
            </a:avLst>
          </a:prstGeom>
          <a:solidFill>
            <a:srgbClr val="041F39"/>
          </a:solidFill>
          <a:ln w="12700">
            <a:solidFill>
              <a:srgbClr val="44C07C"/>
            </a:solidFill>
            <a:prstDash val="solid"/>
          </a:ln>
        </p:spPr>
      </p:sp>
      <p:sp>
        <p:nvSpPr>
          <p:cNvPr id="29" name="TV2_BODY"/>
          <p:cNvSpPr txBox="1"/>
          <p:nvPr/>
        </p:nvSpPr>
        <p:spPr>
          <a:xfrm>
            <a:off x="18105120" y="3429000"/>
            <a:ext cx="11841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Continuation paragraph / bullets 2. Preserve exact content order from the source. Do not omit text simply because the original slide was too dense.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Miami Beach Fire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MBFD 2-Display Videowall Production Template v2</dc:title>
  <dc:subject>MBFD Videowall AI Conversion Template</dc:subject>
  <dc:creator>Miami Beach Fire Department</dc:creator>
  <cp:lastModifiedBy>Miami Beach Fire Department</cp:lastModifiedBy>
  <cp:revision>1</cp:revision>
  <dcterms:created xsi:type="dcterms:W3CDTF">2026-08-19T10:34:37Z</dcterms:created>
  <dcterms:modified xsi:type="dcterms:W3CDTF">2026-08-19T10:34:37Z</dcterms:modified>
</cp:coreProperties>
</file>